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7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am jain" userId="f6bcb43248ef8b3e" providerId="LiveId" clId="{2181109F-C69D-4207-B213-3E73196389D9}"/>
    <pc:docChg chg="modSld modMainMaster">
      <pc:chgData name="saksham jain" userId="f6bcb43248ef8b3e" providerId="LiveId" clId="{2181109F-C69D-4207-B213-3E73196389D9}" dt="2026-04-26T21:34:20.912" v="17"/>
      <pc:docMkLst>
        <pc:docMk/>
      </pc:docMkLst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56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57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58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59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60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61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62"/>
        </pc:sldMkLst>
      </pc:sldChg>
      <pc:sldChg chg="modTransition">
        <pc:chgData name="saksham jain" userId="f6bcb43248ef8b3e" providerId="LiveId" clId="{2181109F-C69D-4207-B213-3E73196389D9}" dt="2026-04-26T21:34:20.912" v="17"/>
        <pc:sldMkLst>
          <pc:docMk/>
          <pc:sldMk cId="0" sldId="263"/>
        </pc:sldMkLst>
      </pc:sldChg>
      <pc:sldMasterChg chg="modTransition modSldLayout">
        <pc:chgData name="saksham jain" userId="f6bcb43248ef8b3e" providerId="LiveId" clId="{2181109F-C69D-4207-B213-3E73196389D9}" dt="2026-04-26T21:34:20.912" v="17"/>
        <pc:sldMasterMkLst>
          <pc:docMk/>
          <pc:sldMasterMk cId="0" sldId="2147483648"/>
        </pc:sldMasterMkLst>
        <pc:sldLayoutChg chg="modTransition">
          <pc:chgData name="saksham jain" userId="f6bcb43248ef8b3e" providerId="LiveId" clId="{2181109F-C69D-4207-B213-3E73196389D9}" dt="2026-04-26T21:34:20.912" v="17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Excel Skills</c:v>
                </c:pt>
              </c:strCache>
            </c:strRef>
          </c:tx>
          <c:spPr>
            <a:solidFill>
              <a:srgbClr val="1A2B4A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Vanshika</c:v>
                </c:pt>
                <c:pt idx="1">
                  <c:v>Sanyam</c:v>
                </c:pt>
                <c:pt idx="2">
                  <c:v>Ansh</c:v>
                </c:pt>
                <c:pt idx="3">
                  <c:v>Ashish</c:v>
                </c:pt>
                <c:pt idx="4">
                  <c:v>Rahul</c:v>
                </c:pt>
                <c:pt idx="5">
                  <c:v>Aman</c:v>
                </c:pt>
                <c:pt idx="6">
                  <c:v>Gunmay</c:v>
                </c:pt>
                <c:pt idx="7">
                  <c:v>Anmol</c:v>
                </c:pt>
                <c:pt idx="8">
                  <c:v>Saksham</c:v>
                </c:pt>
                <c:pt idx="9">
                  <c:v>Riya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</c:v>
                </c:pt>
                <c:pt idx="1">
                  <c:v>8</c:v>
                </c:pt>
                <c:pt idx="2">
                  <c:v>2</c:v>
                </c:pt>
                <c:pt idx="3">
                  <c:v>1</c:v>
                </c:pt>
                <c:pt idx="4">
                  <c:v>4</c:v>
                </c:pt>
                <c:pt idx="5">
                  <c:v>5</c:v>
                </c:pt>
                <c:pt idx="6">
                  <c:v>8</c:v>
                </c:pt>
                <c:pt idx="7">
                  <c:v>4</c:v>
                </c:pt>
                <c:pt idx="8">
                  <c:v>4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9B-4A2F-B3AC-C5EE49EE78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Communication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Vanshika</c:v>
                </c:pt>
                <c:pt idx="1">
                  <c:v>Sanyam</c:v>
                </c:pt>
                <c:pt idx="2">
                  <c:v>Ansh</c:v>
                </c:pt>
                <c:pt idx="3">
                  <c:v>Ashish</c:v>
                </c:pt>
                <c:pt idx="4">
                  <c:v>Rahul</c:v>
                </c:pt>
                <c:pt idx="5">
                  <c:v>Aman</c:v>
                </c:pt>
                <c:pt idx="6">
                  <c:v>Gunmay</c:v>
                </c:pt>
                <c:pt idx="7">
                  <c:v>Anmol</c:v>
                </c:pt>
                <c:pt idx="8">
                  <c:v>Saksham</c:v>
                </c:pt>
                <c:pt idx="9">
                  <c:v>Riya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1</c:v>
                </c:pt>
                <c:pt idx="3">
                  <c:v>4</c:v>
                </c:pt>
                <c:pt idx="4">
                  <c:v>3</c:v>
                </c:pt>
                <c:pt idx="5">
                  <c:v>2</c:v>
                </c:pt>
                <c:pt idx="6">
                  <c:v>5</c:v>
                </c:pt>
                <c:pt idx="7">
                  <c:v>8</c:v>
                </c:pt>
                <c:pt idx="8">
                  <c:v>6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9B-4A2F-B3AC-C5EE49EE78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HR Interest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Vanshika</c:v>
                </c:pt>
                <c:pt idx="1">
                  <c:v>Sanyam</c:v>
                </c:pt>
                <c:pt idx="2">
                  <c:v>Ansh</c:v>
                </c:pt>
                <c:pt idx="3">
                  <c:v>Ashish</c:v>
                </c:pt>
                <c:pt idx="4">
                  <c:v>Rahul</c:v>
                </c:pt>
                <c:pt idx="5">
                  <c:v>Aman</c:v>
                </c:pt>
                <c:pt idx="6">
                  <c:v>Gunmay</c:v>
                </c:pt>
                <c:pt idx="7">
                  <c:v>Anmol</c:v>
                </c:pt>
                <c:pt idx="8">
                  <c:v>Saksham</c:v>
                </c:pt>
                <c:pt idx="9">
                  <c:v>Riya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</c:v>
                </c:pt>
                <c:pt idx="1">
                  <c:v>10</c:v>
                </c:pt>
                <c:pt idx="2">
                  <c:v>1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9</c:v>
                </c:pt>
                <c:pt idx="8">
                  <c:v>9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9B-4A2F-B3AC-C5EE49EE78E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Experience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Vanshika</c:v>
                </c:pt>
                <c:pt idx="1">
                  <c:v>Sanyam</c:v>
                </c:pt>
                <c:pt idx="2">
                  <c:v>Ansh</c:v>
                </c:pt>
                <c:pt idx="3">
                  <c:v>Ashish</c:v>
                </c:pt>
                <c:pt idx="4">
                  <c:v>Rahul</c:v>
                </c:pt>
                <c:pt idx="5">
                  <c:v>Aman</c:v>
                </c:pt>
                <c:pt idx="6">
                  <c:v>Gunmay</c:v>
                </c:pt>
                <c:pt idx="7">
                  <c:v>Anmol</c:v>
                </c:pt>
                <c:pt idx="8">
                  <c:v>Saksham</c:v>
                </c:pt>
                <c:pt idx="9">
                  <c:v>Riya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10</c:v>
                </c:pt>
                <c:pt idx="1">
                  <c:v>9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1</c:v>
                </c:pt>
                <c:pt idx="8">
                  <c:v>3</c:v>
                </c:pt>
                <c:pt idx="9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9B-4A2F-B3AC-C5EE49EE78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DE-441F-B6B9-341DBA911DA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EDE-441F-B6B9-341DBA911DAD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EDE-441F-B6B9-341DBA911DAD}"/>
              </c:ext>
            </c:extLst>
          </c:dPt>
          <c:dPt>
            <c:idx val="3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EDE-441F-B6B9-341DBA911DAD}"/>
              </c:ext>
            </c:extLst>
          </c:dPt>
          <c:dPt>
            <c:idx val="4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EDE-441F-B6B9-341DBA911DAD}"/>
              </c:ext>
            </c:extLst>
          </c:dPt>
          <c:dPt>
            <c:idx val="5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EDE-441F-B6B9-341DBA911DAD}"/>
              </c:ext>
            </c:extLst>
          </c:dPt>
          <c:dPt>
            <c:idx val="6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EDE-441F-B6B9-341DBA911DAD}"/>
              </c:ext>
            </c:extLst>
          </c:dPt>
          <c:dPt>
            <c:idx val="7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EDE-441F-B6B9-341DBA911DAD}"/>
              </c:ext>
            </c:extLst>
          </c:dPt>
          <c:dPt>
            <c:idx val="8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EDE-441F-B6B9-341DBA911DAD}"/>
              </c:ext>
            </c:extLst>
          </c:dPt>
          <c:dPt>
            <c:idx val="9"/>
            <c:invertIfNegative val="0"/>
            <c:bubble3D val="0"/>
            <c:spPr>
              <a:solidFill>
                <a:srgbClr val="1A2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EDE-441F-B6B9-341DBA911DA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Sanyam</c:v>
                </c:pt>
                <c:pt idx="1">
                  <c:v>Vanshika</c:v>
                </c:pt>
                <c:pt idx="2">
                  <c:v>Gunmay</c:v>
                </c:pt>
                <c:pt idx="3">
                  <c:v>Anmol</c:v>
                </c:pt>
                <c:pt idx="4">
                  <c:v>Saksham</c:v>
                </c:pt>
                <c:pt idx="5">
                  <c:v>Aman</c:v>
                </c:pt>
                <c:pt idx="6">
                  <c:v>Riya</c:v>
                </c:pt>
                <c:pt idx="7">
                  <c:v>Rahul</c:v>
                </c:pt>
                <c:pt idx="8">
                  <c:v>Ashish</c:v>
                </c:pt>
                <c:pt idx="9">
                  <c:v>Ansh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36</c:v>
                </c:pt>
                <c:pt idx="1">
                  <c:v>35</c:v>
                </c:pt>
                <c:pt idx="2">
                  <c:v>26</c:v>
                </c:pt>
                <c:pt idx="3">
                  <c:v>22</c:v>
                </c:pt>
                <c:pt idx="4">
                  <c:v>22</c:v>
                </c:pt>
                <c:pt idx="5">
                  <c:v>18</c:v>
                </c:pt>
                <c:pt idx="6">
                  <c:v>16</c:v>
                </c:pt>
                <c:pt idx="7">
                  <c:v>16</c:v>
                </c:pt>
                <c:pt idx="8">
                  <c:v>12</c:v>
                </c:pt>
                <c:pt idx="9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EDE-441F-B6B9-341DBA911DA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0966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43660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1005840"/>
            <a:ext cx="1371600" cy="13716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16586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114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 Pvt. Ltd.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804672"/>
            <a:ext cx="2286000" cy="3200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00584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 Recruitment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20040" y="171907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20040" y="25146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recruitment project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46520" y="2651760"/>
            <a:ext cx="24231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2670048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Screening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46520" y="3246120"/>
            <a:ext cx="24231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264408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Scoring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46520" y="3840480"/>
            <a:ext cx="24231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92240" y="3858768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Design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315968"/>
            <a:ext cx="9144000" cy="8275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43616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Sanyam Jain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029200" y="43616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Management Project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&amp; Role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THE COMPANY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0136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8013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 Pvt. Ltd.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7685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2768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HR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7523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Title: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75234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278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2278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70332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talentbridge@gmail.com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788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41788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 APPLICATION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143000"/>
            <a:ext cx="39319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1612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ROLE &amp; RESPONSIBILITIES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83480" y="1801368"/>
            <a:ext cx="54864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180136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Support: posting job ads, scheduling interviews, collecting payroll data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83480" y="2670048"/>
            <a:ext cx="54864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267004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Relations: updating records, screening resumes, streamlining HR operations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83480" y="3538728"/>
            <a:ext cx="54864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53872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Updates: drafting employee agreements, notifying policy changes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794760"/>
            <a:ext cx="393192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Bachelor's degree in HR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1–2 years experience in HR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Experience with HRIS preferred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Process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simulation in 4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389888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224028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93192" y="2971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11480" y="341071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formal JD for HR Intern at TalentBridge with responsibilities, qualifications &amp; contact details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46888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08960" y="1389888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0896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24028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42032" y="2971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Collection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560320" y="341071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Gathered 10 real candidate resumes; renamed and organized systematically in Resumes folder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61772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7800" y="1389888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5780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232" y="224028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90872" y="2971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Screening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709160" y="341071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all 10 candidates on 4 criteria; sorted by total &amp; highlighted top 3 in green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6656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06640" y="1389888"/>
            <a:ext cx="685800" cy="685800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406640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2240280"/>
            <a:ext cx="594360" cy="5943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39712" y="297180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Design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858000" y="3410712"/>
            <a:ext cx="17739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3 question sets: Basic HR, Situational/Practical, and Bonus Smart Questions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Criteria &amp; Scoring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0116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15568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Skills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9768" y="184708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984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2376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2–3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80720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944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862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 listed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22376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5–6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76732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" y="39044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3822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Tableau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2376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7–9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496312" y="1115568"/>
            <a:ext cx="20116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96312" y="1115568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42032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184708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60904" y="1984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resume format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98648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3–4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80720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60904" y="2944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98648" y="2862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writing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898648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5–6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606040" y="376732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60904" y="39044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98648" y="3822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&amp; professional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98648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7–8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72584" y="1115568"/>
            <a:ext cx="20116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72584" y="1115568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Interest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18304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184708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37176" y="1984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74920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HR mention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74920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2–3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782312" y="280720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837176" y="2944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2862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general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74920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5–6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82312" y="376732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37176" y="39044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74920" y="3822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internship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074920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8–10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48856" y="1115568"/>
            <a:ext cx="201168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848856" y="1115568"/>
            <a:ext cx="2011680" cy="5943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94576" y="113385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894576" y="1472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F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58584" y="184708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13448" y="198424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251192" y="19019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experience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7251192" y="224028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2–3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958584" y="280720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13448" y="2944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251192" y="28620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internship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251192" y="32004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5–7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958584" y="3767328"/>
            <a:ext cx="178308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013448" y="3904488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51192" y="38221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internship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251192" y="4160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8–10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4663440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(Column G) = =SUM(C2:F2)   →   Sort Largest to Smallest   →   Top 3 Highlighted in Green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Screening Sheet – Real Candidate Data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51560"/>
          <a:ext cx="566928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051560"/>
          <a:ext cx="2971800" cy="3794760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175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Sanyam Jain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Vanshika Goel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Gunmay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Anmol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Saksham Jain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Aman Verma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Riya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 Sharma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Ashish Mishra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Ansh Yadav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A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Intern – Three structured question sets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56032" y="1078992"/>
            <a:ext cx="2816352" cy="4160520"/>
          </a:xfrm>
          <a:prstGeom prst="rect">
            <a:avLst/>
          </a:prstGeom>
          <a:solidFill>
            <a:srgbClr val="243660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1078992"/>
            <a:ext cx="2816352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109728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HR Questions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check their fundamentals: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" y="1901952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92938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What made you choose HR as a field?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2468880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96312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What is the role of HR in an organization?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3035808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063240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Explain recruitment vs. selection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3602736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63016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What is HRIS? Have you used any system?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4169664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419709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What are the key steps in hiring?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4736592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476402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How do you ensure confidentiality in HR?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0" y="1078992"/>
            <a:ext cx="2816352" cy="4160520"/>
          </a:xfrm>
          <a:prstGeom prst="rect">
            <a:avLst/>
          </a:prstGeom>
          <a:solidFill>
            <a:srgbClr val="243660"/>
          </a:solidFill>
          <a:ln w="19050">
            <a:solidFill>
              <a:srgbClr val="D4A01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1078992"/>
            <a:ext cx="2816352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09728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 / Practical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reveal real-scenario handling: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1901952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46704" y="192938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Very qualified but poor attitude — hire?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91840" y="2468880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46704" y="2496312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Candidate doesn't pick up after shortlisting?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035808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46704" y="3063240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Two employees come with a conflict?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3602736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46704" y="363016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Manager asks to shortlist quickly but profiles may be missed?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91840" y="4169664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46704" y="419709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Accidentally sent confidential info to wrong person?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44768" y="1078992"/>
            <a:ext cx="2816352" cy="4160520"/>
          </a:xfrm>
          <a:prstGeom prst="rect">
            <a:avLst/>
          </a:prstGeom>
          <a:solidFill>
            <a:srgbClr val="243660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44768" y="1078992"/>
            <a:ext cx="2816352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1097280"/>
            <a:ext cx="26700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Smart Questions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36208" y="159105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make you stand out: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36208" y="1901952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91072" y="1929384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can HR reduce bias in hiring?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2468880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2496312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What would you improve in the hiring process?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36208" y="3035808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91072" y="3063240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How is AI changing HR practices?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3602736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3630168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Late to interview without informing — still consider?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36208" y="4169664"/>
            <a:ext cx="2633472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2436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91072" y="4197096"/>
            <a:ext cx="25237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Selected candidate rejects offer at last moment?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&amp; Observations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33472" cy="2633472"/>
          </a:xfrm>
          <a:prstGeom prst="rect">
            <a:avLst/>
          </a:prstGeom>
          <a:solidFill>
            <a:srgbClr val="FFFBEB"/>
          </a:solidFill>
          <a:ln w="25400">
            <a:solidFill>
              <a:srgbClr val="D4A01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Sanyam Jain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61288" y="2340864"/>
            <a:ext cx="1024128" cy="1024128"/>
          </a:xfrm>
          <a:prstGeom prst="ellipse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2340864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161288" y="29443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/40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Excel &amp; HR Interest scores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1097280"/>
            <a:ext cx="263347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18688" y="11430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10128" y="16916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 Goel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310128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014216" y="2340864"/>
            <a:ext cx="1024128" cy="10241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14216" y="2340864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014216" y="29443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/40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Communication &amp; Experience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1097280"/>
            <a:ext cx="263347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71616" y="114300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63056" y="1691640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Gunmay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163056" y="201168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67144" y="2340864"/>
            <a:ext cx="1024128" cy="1024128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2340864"/>
            <a:ext cx="10241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867144" y="29443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/40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329184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Excel &amp; HR Interest</a:t>
            </a:r>
            <a:endParaRPr lang="en-US" sz="95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20040" y="3703320"/>
          <a:ext cx="8503920" cy="1078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Shape 2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483717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Observations:  Communication &amp; HR Interest were top differentiators  •  Excel skills proved essential  •  Both BBA &amp; BCOM in top 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files produced during this simulation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1481328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38912" y="23042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38912" y="2779776"/>
            <a:ext cx="1810512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27980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HR_Intern_JD.docx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summary, responsibilities &amp; requirements for HR Intern at TalentBridge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4572000"/>
            <a:ext cx="438912" cy="43891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1460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6392" y="1481328"/>
            <a:ext cx="685800" cy="685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87752" y="23042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Screening Sheet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587752" y="2779776"/>
            <a:ext cx="1810512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606040" y="27980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HR_Screening.xlsx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606040" y="3246120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candidates scored on 4 criteria; top 3 highlighted in green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4408" y="4572000"/>
            <a:ext cx="438912" cy="43891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66344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1481328"/>
            <a:ext cx="685800" cy="685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36592" y="23042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736592" y="2779776"/>
            <a:ext cx="1810512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754880" y="27980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Interview_Questions.docx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4754880" y="3246120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HR, Situational &amp; Bonus Smart Questions for HR Intern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4572000"/>
            <a:ext cx="438912" cy="43891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812280" y="1298448"/>
            <a:ext cx="1965960" cy="3429000"/>
          </a:xfrm>
          <a:prstGeom prst="rect">
            <a:avLst/>
          </a:prstGeom>
          <a:solidFill>
            <a:srgbClr val="243660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4072" y="1481328"/>
            <a:ext cx="685800" cy="6858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885432" y="230428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200" dirty="0"/>
          </a:p>
        </p:txBody>
      </p:sp>
      <p:sp>
        <p:nvSpPr>
          <p:cNvPr id="28" name="Shape 19"/>
          <p:cNvSpPr/>
          <p:nvPr/>
        </p:nvSpPr>
        <p:spPr>
          <a:xfrm>
            <a:off x="6885432" y="2779776"/>
            <a:ext cx="1810512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6903720" y="2798064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HR_Project_Presentation.pptx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6903720" y="3246120"/>
            <a:ext cx="177393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summary of the recruitment simulation project</a:t>
            </a:r>
            <a:endParaRPr lang="en-US" sz="9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4572000"/>
            <a:ext cx="438912" cy="43891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457200" y="47823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Sanyam Jain  •  TalentBridge Pvt. Ltd.  •  HR Management Project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753</Words>
  <Application>Microsoft Office PowerPoint</Application>
  <PresentationFormat>On-screen Show (16:9)</PresentationFormat>
  <Paragraphs>224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Intern Recruitment Simulation</dc:title>
  <dc:subject>PptxGenJS Presentation</dc:subject>
  <dc:creator>PptxGenJS</dc:creator>
  <cp:lastModifiedBy>saksham jain</cp:lastModifiedBy>
  <cp:revision>1</cp:revision>
  <dcterms:created xsi:type="dcterms:W3CDTF">2026-04-26T21:26:30Z</dcterms:created>
  <dcterms:modified xsi:type="dcterms:W3CDTF">2026-04-26T21:35:12Z</dcterms:modified>
</cp:coreProperties>
</file>